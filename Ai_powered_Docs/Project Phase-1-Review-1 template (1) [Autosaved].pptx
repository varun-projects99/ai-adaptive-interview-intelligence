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29" r:id="rId1"/>
  </p:sldMasterIdLst>
  <p:notesMasterIdLst>
    <p:notesMasterId r:id="rId14"/>
  </p:notesMasterIdLst>
  <p:sldIdLst>
    <p:sldId id="256" r:id="rId2"/>
    <p:sldId id="257" r:id="rId3"/>
    <p:sldId id="258" r:id="rId4"/>
    <p:sldId id="271" r:id="rId5"/>
    <p:sldId id="269" r:id="rId6"/>
    <p:sldId id="270" r:id="rId7"/>
    <p:sldId id="267" r:id="rId8"/>
    <p:sldId id="259" r:id="rId9"/>
    <p:sldId id="273" r:id="rId10"/>
    <p:sldId id="274" r:id="rId11"/>
    <p:sldId id="268" r:id="rId12"/>
    <p:sldId id="27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BF379B-5D9C-412B-88D0-DC67EB11E659}">
          <p14:sldIdLst>
            <p14:sldId id="256"/>
            <p14:sldId id="257"/>
            <p14:sldId id="258"/>
            <p14:sldId id="271"/>
            <p14:sldId id="269"/>
            <p14:sldId id="270"/>
            <p14:sldId id="267"/>
            <p14:sldId id="259"/>
            <p14:sldId id="273"/>
            <p14:sldId id="274"/>
            <p14:sldId id="268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07AEB1-D980-4766-B775-01F37015BB39}" type="datetimeFigureOut">
              <a:rPr lang="en-IN" smtClean="0"/>
              <a:pPr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5A196-7B62-4664-A039-D5BBBDAEF73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0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5A196-7B62-4664-A039-D5BBBDAEF731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803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A5A196-7B62-4664-A039-D5BBBDAEF73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68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231CF-4E2C-4E0D-B320-A20C17CF71F7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3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EF743-A5D6-403F-9E56-0F45DC0DFCA2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5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A0545-A32B-4394-A389-CDCFC12F8D10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20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A4567-8C54-44C6-B4B9-B0CADB6B3525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02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EC6EA-7045-4432-8343-E6C420C515AA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62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50246-1EA9-4C4E-9839-D8F48663B111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778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F4AF-284C-4B1D-BB8D-A4D9195259DF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652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A4FD3-481D-43C2-B4E7-F9F182AA7661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2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3849-05E4-441F-9E6B-617EB1E838D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345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27599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015229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84981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8837802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705882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5EDB-19E2-46B5-BA5B-CF75C347B7BF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46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7DE2-2972-4E62-9F77-59FAADD2C4E9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7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64482-0F5F-45AB-B131-30AA26DB359B}" type="datetime1">
              <a:rPr lang="en-IN" smtClean="0"/>
              <a:pPr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2022-23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0320281-AA44-47DE-A12A-EF7A9AB715F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520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0" r:id="rId1"/>
    <p:sldLayoutId id="2147484431" r:id="rId2"/>
    <p:sldLayoutId id="2147484432" r:id="rId3"/>
    <p:sldLayoutId id="2147484433" r:id="rId4"/>
    <p:sldLayoutId id="2147484434" r:id="rId5"/>
    <p:sldLayoutId id="2147484435" r:id="rId6"/>
    <p:sldLayoutId id="2147484436" r:id="rId7"/>
    <p:sldLayoutId id="2147484437" r:id="rId8"/>
    <p:sldLayoutId id="2147484438" r:id="rId9"/>
    <p:sldLayoutId id="2147484439" r:id="rId10"/>
    <p:sldLayoutId id="2147484440" r:id="rId11"/>
    <p:sldLayoutId id="2147484441" r:id="rId12"/>
    <p:sldLayoutId id="2147484442" r:id="rId13"/>
    <p:sldLayoutId id="2147484443" r:id="rId14"/>
    <p:sldLayoutId id="2147484444" r:id="rId15"/>
    <p:sldLayoutId id="2147484445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41177" y="2239347"/>
            <a:ext cx="11150080" cy="396551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Adaptive Interview Intelligence System</a:t>
            </a:r>
            <a:endParaRPr lang="en-GB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2025-26</a:t>
            </a:r>
            <a:endParaRPr lang="en-I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211598"/>
              </p:ext>
            </p:extLst>
          </p:nvPr>
        </p:nvGraphicFramePr>
        <p:xfrm>
          <a:off x="1707776" y="3482786"/>
          <a:ext cx="8848165" cy="21777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7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96">
                <a:tc>
                  <a:txBody>
                    <a:bodyPr/>
                    <a:lstStyle/>
                    <a:p>
                      <a:pPr algn="l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Presented By,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of,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Hemalatha p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 Professor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CSE, EPCET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05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Varun B (1EP23CS177)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Tarun K S(1EP23CS167)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Rohith M(1EP23CS137)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Yashwanth Sai D(1EP23CS184)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1C8F007-CA34-6D15-887C-5DC5F62CEFD0}"/>
              </a:ext>
            </a:extLst>
          </p:cNvPr>
          <p:cNvSpPr txBox="1"/>
          <p:nvPr/>
        </p:nvSpPr>
        <p:spPr>
          <a:xfrm>
            <a:off x="3424990" y="1500822"/>
            <a:ext cx="500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Phase-1(BCS685)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Reiew-1 Presentation 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184" y="271849"/>
            <a:ext cx="9106724" cy="9967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51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223935"/>
            <a:ext cx="10515600" cy="53194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 flipV="1">
            <a:off x="1543722" y="4079344"/>
            <a:ext cx="10250172" cy="45719"/>
          </a:xfrm>
        </p:spPr>
        <p:txBody>
          <a:bodyPr>
            <a:normAutofit fontScale="25000" lnSpcReduction="20000"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457200" lvl="1" indent="0">
              <a:buNone/>
            </a:pPr>
            <a:endParaRPr lang="en-IN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       2025-26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B8BC79-DDE6-9A5F-6401-0F872FE94C4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13182" y="1249588"/>
            <a:ext cx="11280711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 is an essential step for students and job seekers to succeed in recruitment processes.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practice methods often lack real-time feedback and objective evaluation.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automated systems can simulate real interview environments.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technologies can analyze candidate behavior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details, facial expressions, voice confidence, and answers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Adaptive Interview Intelligence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conducts mock interviews and evaluates candidate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dynamically adjusts the difficulty of questions based on the candidate’s responses.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system helps candidates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skills, confidence, and technical knowledge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interview platforms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scalable, efficient, and unbiased 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modern recruitment and training.</a:t>
            </a:r>
          </a:p>
        </p:txBody>
      </p:sp>
    </p:spTree>
    <p:extLst>
      <p:ext uri="{BB962C8B-B14F-4D97-AF65-F5344CB8AC3E}">
        <p14:creationId xmlns:p14="http://schemas.microsoft.com/office/powerpoint/2010/main" val="208134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1920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1527044"/>
            <a:ext cx="11560628" cy="46311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interview preparation methods have several limitations: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interview practice.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evaluation of candidate emotions or confidence.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feedback for improving interview performance.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interviewers may introduce bias or inconsistency.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these issues, candidates often feel nervous and unprepared during actual job interviews.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AI-based system that can simulate interviews, analyze candidate behavior, and provide intelligent feedback.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                                                                                                                                              2024-25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9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626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IN" dirty="0"/>
            </a:b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F6038E5-582C-DA06-B3A8-5F75E47315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8" y="798010"/>
            <a:ext cx="10878348" cy="541617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53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36495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248" y="914400"/>
            <a:ext cx="11532637" cy="5441950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interview preparation systems mainly include: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interview practice platforms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mock interviews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Question-based preparation websites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systems: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emotion or confidence detection.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adaptive questioning.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interview recording for review.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intelligent feedback.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these limitations, candidates cannot fully evaluate their interview performance.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88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3936"/>
            <a:ext cx="10515600" cy="765110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1175657"/>
            <a:ext cx="11204510" cy="48892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AI-Based Adaptive Interview Intelligence System that simulates a real interview environment.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Key features include: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analysis to detect candidate skills.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interview questions based on skills.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emotion and confidence detection using webcam and microphone.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recording and replay for improvement.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termination if candidate leaves or avoids the interview repeatedly.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intelligent evaluation and personalized feedback for improving interview skills.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127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135" y="136525"/>
            <a:ext cx="10672665" cy="1020471"/>
          </a:xfrm>
        </p:spPr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44" y="1690688"/>
            <a:ext cx="11412895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main objectives of the project are: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interview simulation system.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candidate skills from uploaded resumes.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candidate emotions and confidence during interviews.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dynamically adjust question difficulty based on performance.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record and replay interviews for improvement.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objective evaluation of interview readiness.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31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(Show the overall structure of the system and explain each components &amp; its interactions)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01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3F3E-8948-B4D8-F525-FE8505A10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928"/>
            <a:ext cx="10515600" cy="89573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1CC957E-B5E1-E735-E592-07096969F4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0122236"/>
              </p:ext>
            </p:extLst>
          </p:nvPr>
        </p:nvGraphicFramePr>
        <p:xfrm>
          <a:off x="615820" y="1390261"/>
          <a:ext cx="10737980" cy="460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3426">
                  <a:extLst>
                    <a:ext uri="{9D8B030D-6E8A-4147-A177-3AD203B41FA5}">
                      <a16:colId xmlns:a16="http://schemas.microsoft.com/office/drawing/2014/main" val="34638427"/>
                    </a:ext>
                  </a:extLst>
                </a:gridCol>
                <a:gridCol w="5374554">
                  <a:extLst>
                    <a:ext uri="{9D8B030D-6E8A-4147-A177-3AD203B41FA5}">
                      <a16:colId xmlns:a16="http://schemas.microsoft.com/office/drawing/2014/main" val="2413804921"/>
                    </a:ext>
                  </a:extLst>
                </a:gridCol>
              </a:tblGrid>
              <a:tr h="57616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Hardware  Requirements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Software Requirements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322589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Computer or 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Python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40762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Webcam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Flask Frame Work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139771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Microphone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Open CV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799352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Minimum 8 GB RAM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Machine Learning Libraries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08066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Internet Connection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JavaScript/HTML/CSS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876277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VS code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312963"/>
                  </a:ext>
                </a:extLst>
              </a:tr>
              <a:tr h="57616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JSON Datasets For Questions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59627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7799A-2A15-CEBC-67E9-7BA8259B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09702-F9A5-B970-BDCD-26E7464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66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5FCE-0CD3-96F8-5D70-E24FC602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0076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Timeline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0B976-263C-2D78-E810-3FECFB121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2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55067-0DD3-1F77-FFC2-8831E19D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               2024-25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882F7-FBBD-AC6E-0658-A8340952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C18B60-9AF0-D169-89C1-7223583FA0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2229" y="1160619"/>
            <a:ext cx="8910733" cy="45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6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                                                                                                                                 2024-25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52D780-6696-990B-3DE7-E1C4EBFEE4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537350"/>
            <a:ext cx="9203784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NLP, LLMs, speech and emotion analysis for evaluation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Conducts dynamic and realistic behavioral interviews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and unbiased candidate assessment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Delivers instant feedback for performance improvement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efficiency, scalability, and consistency in interviews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fair and data-driven recruitment processes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 the future of AI-driven hiring and interview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79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Cui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Kebin,Yuan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Jinsha,Li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Baoshu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(2015) “An Auto-sorting Algorithm for Image Sequence based on Hu Vector Similarity”,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&amp; Science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,37(8) , pp. 1579-1583. 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2024-25</a:t>
            </a: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0281-AA44-47DE-A12A-EF7A9AB715F5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785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1046</TotalTime>
  <Words>671</Words>
  <Application>Microsoft Office PowerPoint</Application>
  <PresentationFormat>Widescreen</PresentationFormat>
  <Paragraphs>119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INTRODUCTION</vt:lpstr>
      <vt:lpstr>Problem Statement</vt:lpstr>
      <vt:lpstr>Literature Survey </vt:lpstr>
      <vt:lpstr>Existing System</vt:lpstr>
      <vt:lpstr>Proposed System</vt:lpstr>
      <vt:lpstr>Objectives</vt:lpstr>
      <vt:lpstr>System Architecture</vt:lpstr>
      <vt:lpstr>Hardware and Software Requirement</vt:lpstr>
      <vt:lpstr>Project work Timeline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 POINT COLLEGE OF ENGINEERING AND TECHNOLOGY                DEPARTMENT COMPUTER SCIENCE AND ENGINEERINGT</dc:title>
  <dc:creator>admin</dc:creator>
  <cp:lastModifiedBy>yashwanthsaid924@gmail.com</cp:lastModifiedBy>
  <cp:revision>43</cp:revision>
  <dcterms:created xsi:type="dcterms:W3CDTF">2021-05-07T16:54:36Z</dcterms:created>
  <dcterms:modified xsi:type="dcterms:W3CDTF">2026-03-05T13:47:05Z</dcterms:modified>
</cp:coreProperties>
</file>